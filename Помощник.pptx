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B79E7-1A71-4A98-8F48-BF4795473A9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0155F-92BE-4970-8AB8-9AC0AB28B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648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0155F-92BE-4970-8AB8-9AC0AB28B14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48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43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91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1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10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12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94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41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09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59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7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D02D6-AB4C-4B88-9C1B-8FA16E8ACF09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41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735954"/>
            <a:ext cx="9144000" cy="1348837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sz="9600" dirty="0" smtClean="0">
                <a:effectLst/>
                <a:latin typeface="Candara" panose="020E0502030303020204" pitchFamily="34" charset="0"/>
              </a:rPr>
              <a:t>Помощник</a:t>
            </a:r>
            <a:endParaRPr lang="ru-RU" sz="9600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084791"/>
            <a:ext cx="9144000" cy="1945094"/>
          </a:xfrm>
        </p:spPr>
        <p:txBody>
          <a:bodyPr>
            <a:noAutofit/>
          </a:bodyPr>
          <a:lstStyle/>
          <a:p>
            <a:r>
              <a:rPr lang="ru-RU" sz="4400" dirty="0" smtClean="0">
                <a:effectLst/>
                <a:latin typeface="Candara" panose="020E0502030303020204" pitchFamily="34" charset="0"/>
              </a:rPr>
              <a:t>Приложение для обучения пенсионеров новым технологиям и нововведениям</a:t>
            </a:r>
            <a:endParaRPr lang="ru-RU" sz="4400" dirty="0">
              <a:latin typeface="Candara" panose="020E0502030303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497044" y="4861757"/>
            <a:ext cx="1872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Candara" panose="020E0502030303020204" pitchFamily="34" charset="0"/>
              </a:rPr>
              <a:t>Проект делали: </a:t>
            </a:r>
          </a:p>
          <a:p>
            <a:r>
              <a:rPr lang="ru-RU" dirty="0" smtClean="0">
                <a:latin typeface="Candara" panose="020E0502030303020204" pitchFamily="34" charset="0"/>
              </a:rPr>
              <a:t>Русаков Максим </a:t>
            </a:r>
            <a:br>
              <a:rPr lang="ru-RU" dirty="0" smtClean="0">
                <a:latin typeface="Candara" panose="020E0502030303020204" pitchFamily="34" charset="0"/>
              </a:rPr>
            </a:br>
            <a:r>
              <a:rPr lang="ru-RU" dirty="0" smtClean="0">
                <a:latin typeface="Candara" panose="020E0502030303020204" pitchFamily="34" charset="0"/>
              </a:rPr>
              <a:t>Логинов Илья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497044" y="5785087"/>
            <a:ext cx="20484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Candara" panose="020E0502030303020204" pitchFamily="34" charset="0"/>
              </a:rPr>
              <a:t>Руководитель : </a:t>
            </a:r>
            <a:br>
              <a:rPr lang="ru-RU" b="1" dirty="0">
                <a:latin typeface="Candara" panose="020E0502030303020204" pitchFamily="34" charset="0"/>
              </a:rPr>
            </a:br>
            <a:r>
              <a:rPr lang="ru-RU" dirty="0">
                <a:latin typeface="Candara" panose="020E0502030303020204" pitchFamily="34" charset="0"/>
              </a:rPr>
              <a:t>Людский </a:t>
            </a:r>
            <a:r>
              <a:rPr lang="ru-RU" dirty="0" smtClean="0">
                <a:latin typeface="Candara" panose="020E0502030303020204" pitchFamily="34" charset="0"/>
              </a:rPr>
              <a:t>Артемий </a:t>
            </a:r>
            <a:r>
              <a:rPr lang="ru-RU" dirty="0">
                <a:latin typeface="Candara" panose="020E0502030303020204" pitchFamily="34" charset="0"/>
              </a:rPr>
              <a:t>Витальевич</a:t>
            </a:r>
          </a:p>
        </p:txBody>
      </p:sp>
    </p:spTree>
    <p:extLst>
      <p:ext uri="{BB962C8B-B14F-4D97-AF65-F5344CB8AC3E}">
        <p14:creationId xmlns:p14="http://schemas.microsoft.com/office/powerpoint/2010/main" val="330553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2767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Роли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86280" y="2095130"/>
            <a:ext cx="8219440" cy="3452230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>
                <a:effectLst/>
                <a:latin typeface="Candara" panose="020E0502030303020204" pitchFamily="34" charset="0"/>
              </a:rPr>
              <a:t>Логинов Илья: разработка технического обеспечения, разработка дизайна приложения, разработка дизайна презентации</a:t>
            </a:r>
          </a:p>
          <a:p>
            <a:pPr algn="l"/>
            <a:r>
              <a:rPr lang="ru-RU" sz="2800" dirty="0" smtClean="0">
                <a:effectLst/>
                <a:latin typeface="Candara" panose="020E0502030303020204" pitchFamily="34" charset="0"/>
              </a:rPr>
              <a:t>Русаков Максим: разработка дизайна приложения, разработка карточек, разработка дизайна презентации </a:t>
            </a:r>
            <a:endParaRPr lang="ru-RU" sz="28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82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435260"/>
            <a:ext cx="12192000" cy="958788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Актуальность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65537" y="2394048"/>
            <a:ext cx="4042299" cy="3962364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800" dirty="0" smtClean="0">
                <a:latin typeface="Candara" panose="020E0502030303020204" pitchFamily="34" charset="0"/>
              </a:rPr>
              <a:t>Мир не стоит на месте: т</a:t>
            </a:r>
            <a:r>
              <a:rPr lang="ru-RU" sz="2800" dirty="0" smtClean="0">
                <a:latin typeface="Candara" panose="020E0502030303020204" pitchFamily="34" charset="0"/>
              </a:rPr>
              <a:t>ехнологии </a:t>
            </a:r>
            <a:r>
              <a:rPr lang="ru-RU" sz="2800" dirty="0">
                <a:latin typeface="Candara" panose="020E0502030303020204" pitchFamily="34" charset="0"/>
              </a:rPr>
              <a:t>постоянно улучшаются и изменяются. </a:t>
            </a:r>
            <a:r>
              <a:rPr lang="ru-RU" sz="2800" dirty="0" smtClean="0">
                <a:latin typeface="Candara" panose="020E0502030303020204" pitchFamily="34" charset="0"/>
              </a:rPr>
              <a:t>Старшему </a:t>
            </a:r>
            <a:r>
              <a:rPr lang="ru-RU" sz="2800" dirty="0" smtClean="0">
                <a:effectLst/>
                <a:latin typeface="Candara" panose="020E0502030303020204" pitchFamily="34" charset="0"/>
              </a:rPr>
              <a:t>поколению трудно разобраться со всеми нововведениями, и поэтому мы разработали приложение для решения этой проблемы</a:t>
            </a:r>
            <a:endParaRPr lang="ru-RU" sz="2800" dirty="0">
              <a:latin typeface="Candara" panose="020E0502030303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351" y="2503503"/>
            <a:ext cx="3382395" cy="30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0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740556"/>
            <a:ext cx="9144000" cy="985421"/>
          </a:xfrm>
        </p:spPr>
        <p:txBody>
          <a:bodyPr>
            <a:noAutofit/>
          </a:bodyPr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Цель: 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79214" y="1725977"/>
            <a:ext cx="7838983" cy="15232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800" dirty="0" smtClean="0">
                <a:effectLst/>
                <a:latin typeface="Candara" panose="020E0502030303020204" pitchFamily="34" charset="0"/>
              </a:rPr>
              <a:t>Разработать приложение, которое поможет старшему поколению разобраться в современных технологиях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0"/>
          <a:stretch/>
        </p:blipFill>
        <p:spPr>
          <a:xfrm>
            <a:off x="4264003" y="3231472"/>
            <a:ext cx="3663993" cy="308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2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54492"/>
            <a:ext cx="9144000" cy="949910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Задачи: 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83080" y="2104402"/>
            <a:ext cx="8625840" cy="3932808"/>
          </a:xfrm>
        </p:spPr>
        <p:txBody>
          <a:bodyPr>
            <a:no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ru-RU" sz="3600" dirty="0" smtClean="0">
                <a:effectLst/>
                <a:latin typeface="Candara" panose="020E0502030303020204" pitchFamily="34" charset="0"/>
              </a:rPr>
              <a:t>Найти информацию о трудностях, возникающих у старшего поколения в современном мире</a:t>
            </a:r>
            <a:endParaRPr lang="ru-RU" sz="3600" dirty="0">
              <a:latin typeface="Candara" panose="020E050203030302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ru-RU" sz="3600" dirty="0" smtClean="0">
                <a:effectLst/>
                <a:latin typeface="Candara" panose="020E0502030303020204" pitchFamily="34" charset="0"/>
              </a:rPr>
              <a:t>Проанализировать полученные данные и сделать выводы</a:t>
            </a:r>
            <a:endParaRPr lang="ru-RU" sz="3600" dirty="0">
              <a:latin typeface="Candara" panose="020E050203030302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ru-RU" sz="3600" dirty="0" smtClean="0">
                <a:effectLst/>
                <a:latin typeface="Candara" panose="020E0502030303020204" pitchFamily="34" charset="0"/>
              </a:rPr>
              <a:t>Разработать приложение на основе сделанных выводов</a:t>
            </a:r>
            <a:endParaRPr lang="ru-RU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16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99777"/>
            <a:ext cx="9144000" cy="905523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Целевая аудитория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05300"/>
            <a:ext cx="9144000" cy="656946"/>
          </a:xfrm>
        </p:spPr>
        <p:txBody>
          <a:bodyPr>
            <a:normAutofit/>
          </a:bodyPr>
          <a:lstStyle/>
          <a:p>
            <a:r>
              <a:rPr lang="ru-RU" sz="3600" dirty="0" smtClean="0">
                <a:effectLst/>
                <a:latin typeface="Candara" panose="020E0502030303020204" pitchFamily="34" charset="0"/>
              </a:rPr>
              <a:t>Старшее поколение (люди </a:t>
            </a:r>
            <a:r>
              <a:rPr lang="ru-RU" sz="3600" dirty="0" smtClean="0">
                <a:latin typeface="Candara" panose="020E0502030303020204" pitchFamily="34" charset="0"/>
              </a:rPr>
              <a:t>старше</a:t>
            </a:r>
            <a:r>
              <a:rPr lang="ru-RU" sz="3600" dirty="0" smtClean="0">
                <a:effectLst/>
                <a:latin typeface="Candara" panose="020E0502030303020204" pitchFamily="34" charset="0"/>
              </a:rPr>
              <a:t> </a:t>
            </a:r>
            <a:r>
              <a:rPr lang="ru-RU" sz="3600" dirty="0" smtClean="0">
                <a:effectLst/>
                <a:latin typeface="Candara" panose="020E0502030303020204" pitchFamily="34" charset="0"/>
              </a:rPr>
              <a:t>50 лет)</a:t>
            </a:r>
            <a:endParaRPr lang="ru-RU" sz="3600" dirty="0">
              <a:latin typeface="Candara" panose="020E0502030303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541" y="3262246"/>
            <a:ext cx="4246917" cy="282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84841"/>
            <a:ext cx="9144000" cy="763480"/>
          </a:xfrm>
        </p:spPr>
        <p:txBody>
          <a:bodyPr>
            <a:normAutofit/>
          </a:bodyPr>
          <a:lstStyle/>
          <a:p>
            <a:r>
              <a:rPr lang="ru-RU" sz="4400" dirty="0" smtClean="0">
                <a:effectLst/>
                <a:latin typeface="Candara" panose="020E0502030303020204" pitchFamily="34" charset="0"/>
              </a:rPr>
              <a:t>Ход работы</a:t>
            </a:r>
            <a:endParaRPr lang="ru-RU" sz="4400" dirty="0">
              <a:latin typeface="Candara" panose="020E0502030303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7" t="5760" r="5960" b="12094"/>
          <a:stretch/>
        </p:blipFill>
        <p:spPr>
          <a:xfrm>
            <a:off x="1963444" y="1046480"/>
            <a:ext cx="8265111" cy="53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9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84841" y="1711128"/>
            <a:ext cx="12276841" cy="941033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Анализ конкурентов </a:t>
            </a:r>
            <a:endParaRPr lang="ru-RU" dirty="0">
              <a:latin typeface="Candara" panose="020E0502030303020204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05832"/>
              </p:ext>
            </p:extLst>
          </p:nvPr>
        </p:nvGraphicFramePr>
        <p:xfrm>
          <a:off x="3005579" y="2652161"/>
          <a:ext cx="6096000" cy="2863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64964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Candara" panose="020E0502030303020204" pitchFamily="34" charset="0"/>
                        </a:rPr>
                        <a:t>Проблема</a:t>
                      </a:r>
                      <a:endParaRPr lang="ru-RU" sz="24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Candara" panose="020E0502030303020204" pitchFamily="34" charset="0"/>
                        </a:rPr>
                        <a:t>Конкуренты</a:t>
                      </a:r>
                      <a:endParaRPr lang="ru-RU" sz="24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Candara" panose="020E0502030303020204" pitchFamily="34" charset="0"/>
                        </a:rPr>
                        <a:t>Мы</a:t>
                      </a:r>
                      <a:endParaRPr lang="ru-RU" sz="2400" dirty="0"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</a:tr>
              <a:tr h="649642"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программы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Сайт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Приложение + сайт</a:t>
                      </a:r>
                      <a:endParaRPr lang="ru-RU" dirty="0"/>
                    </a:p>
                  </a:txBody>
                  <a:tcPr/>
                </a:tc>
              </a:tr>
              <a:tr h="6496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Подача</a:t>
                      </a:r>
                      <a:r>
                        <a:rPr lang="ru-RU" baseline="0" dirty="0" smtClean="0"/>
                        <a:t> информации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Текст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Текст + картинки</a:t>
                      </a:r>
                      <a:endParaRPr lang="ru-RU" dirty="0"/>
                    </a:p>
                  </a:txBody>
                  <a:tcPr/>
                </a:tc>
              </a:tr>
              <a:tr h="649642">
                <a:tc>
                  <a:txBody>
                    <a:bodyPr/>
                    <a:lstStyle/>
                    <a:p>
                      <a:r>
                        <a:rPr lang="ru-RU" dirty="0" smtClean="0"/>
                        <a:t>Конкретика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Нет конкретики, сложно найти то,</a:t>
                      </a:r>
                      <a:r>
                        <a:rPr lang="ru-RU" baseline="0" dirty="0" smtClean="0"/>
                        <a:t> что тебе нужно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Все обучение</a:t>
                      </a:r>
                      <a:r>
                        <a:rPr lang="ru-RU" baseline="0" dirty="0" smtClean="0"/>
                        <a:t> поделено на разделы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8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100</TotalTime>
  <Words>159</Words>
  <Application>Microsoft Office PowerPoint</Application>
  <PresentationFormat>Широкоэкранный</PresentationFormat>
  <Paragraphs>33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Candara</vt:lpstr>
      <vt:lpstr>Wingdings</vt:lpstr>
      <vt:lpstr>Тема Office</vt:lpstr>
      <vt:lpstr>Помощник</vt:lpstr>
      <vt:lpstr>Роли</vt:lpstr>
      <vt:lpstr>Актуальность</vt:lpstr>
      <vt:lpstr>Цель: </vt:lpstr>
      <vt:lpstr>Задачи: </vt:lpstr>
      <vt:lpstr>Целевая аудитория</vt:lpstr>
      <vt:lpstr>Ход работы</vt:lpstr>
      <vt:lpstr>Анализ конкурентов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</dc:title>
  <dc:creator>Пользователь Windows</dc:creator>
  <cp:lastModifiedBy>Пользователь Windows</cp:lastModifiedBy>
  <cp:revision>12</cp:revision>
  <dcterms:created xsi:type="dcterms:W3CDTF">2026-04-27T06:57:38Z</dcterms:created>
  <dcterms:modified xsi:type="dcterms:W3CDTF">2026-05-06T18:35:45Z</dcterms:modified>
</cp:coreProperties>
</file>