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43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91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1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10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12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94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410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09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597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07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35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D02D6-AB4C-4B88-9C1B-8FA16E8ACF09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FD0C1-EEAF-4489-B2E5-E6EF25682C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41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775534"/>
            <a:ext cx="9144000" cy="1482571"/>
          </a:xfrm>
        </p:spPr>
        <p:txBody>
          <a:bodyPr>
            <a:noAutofit/>
          </a:bodyPr>
          <a:lstStyle/>
          <a:p>
            <a:r>
              <a:rPr lang="ru-RU" sz="10000" dirty="0" smtClean="0">
                <a:effectLst/>
                <a:latin typeface="Candara" panose="020E0502030303020204" pitchFamily="34" charset="0"/>
              </a:rPr>
              <a:t>Помощник</a:t>
            </a:r>
            <a:endParaRPr lang="ru-RU" sz="10000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258105"/>
            <a:ext cx="9144000" cy="2186126"/>
          </a:xfrm>
        </p:spPr>
        <p:txBody>
          <a:bodyPr>
            <a:noAutofit/>
          </a:bodyPr>
          <a:lstStyle/>
          <a:p>
            <a:r>
              <a:rPr lang="ru-RU" sz="4400" dirty="0" smtClean="0">
                <a:effectLst/>
                <a:latin typeface="Candara" panose="020E0502030303020204" pitchFamily="34" charset="0"/>
              </a:rPr>
              <a:t>Приложение для обучения пенсионеров новым технологиям и нововведениям</a:t>
            </a:r>
            <a:endParaRPr lang="ru-RU" sz="44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53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435260"/>
            <a:ext cx="9144000" cy="958788"/>
          </a:xfrm>
        </p:spPr>
        <p:txBody>
          <a:bodyPr/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Актуальность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394048"/>
            <a:ext cx="9144000" cy="3384612"/>
          </a:xfrm>
        </p:spPr>
        <p:txBody>
          <a:bodyPr>
            <a:normAutofit fontScale="92500"/>
          </a:bodyPr>
          <a:lstStyle/>
          <a:p>
            <a:r>
              <a:rPr lang="ru-RU" sz="3600" dirty="0" smtClean="0">
                <a:effectLst/>
                <a:latin typeface="Candara" panose="020E0502030303020204" pitchFamily="34" charset="0"/>
              </a:rPr>
              <a:t>Сейчас интернет </a:t>
            </a:r>
            <a:r>
              <a:rPr lang="ru-RU" sz="3600" dirty="0" smtClean="0">
                <a:latin typeface="Candara" panose="020E0502030303020204" pitchFamily="34" charset="0"/>
              </a:rPr>
              <a:t>является неотъемлемой частью </a:t>
            </a:r>
            <a:r>
              <a:rPr lang="ru-RU" sz="3600" dirty="0" smtClean="0">
                <a:effectLst/>
                <a:latin typeface="Candara" panose="020E0502030303020204" pitchFamily="34" charset="0"/>
              </a:rPr>
              <a:t>нашей повседневной жизни. </a:t>
            </a:r>
            <a:r>
              <a:rPr lang="ru-RU" sz="3600" dirty="0" smtClean="0">
                <a:latin typeface="Candara" panose="020E0502030303020204" pitchFamily="34" charset="0"/>
              </a:rPr>
              <a:t>Технологии постоянно улучшаются и изменяются. Мир не стоит на месте. </a:t>
            </a:r>
            <a:r>
              <a:rPr lang="ru-RU" sz="3600" dirty="0" smtClean="0">
                <a:effectLst/>
                <a:latin typeface="Candara" panose="020E0502030303020204" pitchFamily="34" charset="0"/>
              </a:rPr>
              <a:t>Старшему поколению достаточно трудно разобраться со всеми нововведениями, и поэтому мы разработали приложение для решения этой проблемы</a:t>
            </a:r>
            <a:endParaRPr lang="ru-RU" sz="36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60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99343"/>
            <a:ext cx="9144000" cy="985421"/>
          </a:xfrm>
        </p:spPr>
        <p:txBody>
          <a:bodyPr>
            <a:noAutofit/>
          </a:bodyPr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Цель: 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684764"/>
            <a:ext cx="9144000" cy="191757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ru-RU" sz="4400" dirty="0" smtClean="0">
                <a:effectLst/>
                <a:latin typeface="Candara" panose="020E0502030303020204" pitchFamily="34" charset="0"/>
              </a:rPr>
              <a:t>Разработать приложение, которое поможет старшему поколению разобраться в современных технологиях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13972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54492"/>
            <a:ext cx="9144000" cy="949910"/>
          </a:xfrm>
        </p:spPr>
        <p:txBody>
          <a:bodyPr/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Задачи: 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83080" y="2104402"/>
            <a:ext cx="8625840" cy="3932808"/>
          </a:xfrm>
        </p:spPr>
        <p:txBody>
          <a:bodyPr>
            <a:noAutofit/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ru-RU" sz="3600" dirty="0" smtClean="0">
                <a:effectLst/>
                <a:latin typeface="Candara" panose="020E0502030303020204" pitchFamily="34" charset="0"/>
              </a:rPr>
              <a:t>Найти информацию о трудностях, возникающих у старшего поколения в современном мире</a:t>
            </a:r>
            <a:endParaRPr lang="ru-RU" sz="3600" dirty="0">
              <a:latin typeface="Candara" panose="020E050203030302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ru-RU" sz="3600" dirty="0" smtClean="0">
                <a:effectLst/>
                <a:latin typeface="Candara" panose="020E0502030303020204" pitchFamily="34" charset="0"/>
              </a:rPr>
              <a:t>Проанализировать полученные данные и сделать выводы</a:t>
            </a:r>
            <a:endParaRPr lang="ru-RU" sz="3600" dirty="0">
              <a:latin typeface="Candara" panose="020E050203030302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ru-RU" sz="3600" dirty="0" smtClean="0">
                <a:effectLst/>
                <a:latin typeface="Candara" panose="020E0502030303020204" pitchFamily="34" charset="0"/>
              </a:rPr>
              <a:t>Разработать приложение на основе сделанных выводов</a:t>
            </a:r>
            <a:endParaRPr lang="ru-RU" sz="36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16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356725"/>
            <a:ext cx="9144000" cy="905523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Целевая аудитория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262248"/>
            <a:ext cx="9144000" cy="656946"/>
          </a:xfrm>
        </p:spPr>
        <p:txBody>
          <a:bodyPr>
            <a:normAutofit/>
          </a:bodyPr>
          <a:lstStyle/>
          <a:p>
            <a:r>
              <a:rPr lang="ru-RU" sz="3600" dirty="0" smtClean="0">
                <a:effectLst/>
                <a:latin typeface="Candara" panose="020E0502030303020204" pitchFamily="34" charset="0"/>
              </a:rPr>
              <a:t>Старшее поколение (люди от 50 лет)</a:t>
            </a:r>
            <a:endParaRPr lang="ru-RU" sz="36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31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84841"/>
            <a:ext cx="9144000" cy="763480"/>
          </a:xfrm>
        </p:spPr>
        <p:txBody>
          <a:bodyPr>
            <a:normAutofit/>
          </a:bodyPr>
          <a:lstStyle/>
          <a:p>
            <a:r>
              <a:rPr lang="ru-RU" sz="4400" dirty="0" smtClean="0">
                <a:effectLst/>
                <a:latin typeface="Candara" panose="020E0502030303020204" pitchFamily="34" charset="0"/>
              </a:rPr>
              <a:t>Ход работы</a:t>
            </a:r>
            <a:endParaRPr lang="ru-RU" sz="44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39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107065"/>
            <a:ext cx="9144000" cy="941033"/>
          </a:xfrm>
        </p:spPr>
        <p:txBody>
          <a:bodyPr/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Анализ конкурентов 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048098"/>
            <a:ext cx="9144000" cy="2585622"/>
          </a:xfrm>
        </p:spPr>
        <p:txBody>
          <a:bodyPr>
            <a:normAutofit/>
          </a:bodyPr>
          <a:lstStyle/>
          <a:p>
            <a:r>
              <a:rPr lang="ru-RU" sz="3600" dirty="0" smtClean="0">
                <a:effectLst/>
                <a:latin typeface="Candara" panose="020E0502030303020204" pitchFamily="34" charset="0"/>
              </a:rPr>
              <a:t>Мы одни из первых приложений, которые затрагивают эту тему</a:t>
            </a:r>
            <a:r>
              <a:rPr lang="ru-RU" sz="3600" dirty="0" smtClean="0">
                <a:latin typeface="Candara" panose="020E0502030303020204" pitchFamily="34" charset="0"/>
              </a:rPr>
              <a:t>. Подобных нам приложений почти нет на просторах интернета</a:t>
            </a:r>
            <a:endParaRPr lang="ru-RU" sz="36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8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72767"/>
          </a:xfrm>
        </p:spPr>
        <p:txBody>
          <a:bodyPr/>
          <a:lstStyle/>
          <a:p>
            <a:r>
              <a:rPr lang="ru-RU" dirty="0" smtClean="0">
                <a:effectLst/>
                <a:latin typeface="Candara" panose="020E0502030303020204" pitchFamily="34" charset="0"/>
              </a:rPr>
              <a:t>Роли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86280" y="2095130"/>
            <a:ext cx="8219440" cy="3452230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effectLst/>
                <a:latin typeface="Candara" panose="020E0502030303020204" pitchFamily="34" charset="0"/>
              </a:rPr>
              <a:t>Логинов Илья: </a:t>
            </a:r>
            <a:r>
              <a:rPr lang="ru-RU" sz="3200" dirty="0" smtClean="0">
                <a:effectLst/>
                <a:latin typeface="Candara" panose="020E0502030303020204" pitchFamily="34" charset="0"/>
              </a:rPr>
              <a:t>разработка технического обеспечения, разработка дизайна приложения, разработка дизайна презентации</a:t>
            </a:r>
          </a:p>
          <a:p>
            <a:pPr algn="l"/>
            <a:r>
              <a:rPr lang="ru-RU" sz="3600" dirty="0" smtClean="0">
                <a:effectLst/>
                <a:latin typeface="Candara" panose="020E0502030303020204" pitchFamily="34" charset="0"/>
              </a:rPr>
              <a:t>Русаков Максим: </a:t>
            </a:r>
            <a:r>
              <a:rPr lang="ru-RU" sz="3200" dirty="0" smtClean="0">
                <a:effectLst/>
                <a:latin typeface="Candara" panose="020E0502030303020204" pitchFamily="34" charset="0"/>
              </a:rPr>
              <a:t>разработка дизайна приложения, разработка карточек, разработка дизайна презентации </a:t>
            </a:r>
            <a:endParaRPr lang="ru-RU" sz="32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82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37</TotalTime>
  <Words>149</Words>
  <Application>Microsoft Office PowerPoint</Application>
  <PresentationFormat>Широкоэкранный</PresentationFormat>
  <Paragraphs>18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Candara</vt:lpstr>
      <vt:lpstr>Wingdings</vt:lpstr>
      <vt:lpstr>Тема Office</vt:lpstr>
      <vt:lpstr>Помощник</vt:lpstr>
      <vt:lpstr>Актуальность</vt:lpstr>
      <vt:lpstr>Цель: </vt:lpstr>
      <vt:lpstr>Задачи: </vt:lpstr>
      <vt:lpstr>Целевая аудитория</vt:lpstr>
      <vt:lpstr>Ход работы</vt:lpstr>
      <vt:lpstr>Анализ конкурентов </vt:lpstr>
      <vt:lpstr>Роли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Помощник</dc:title>
  <dc:creator>Пользователь Windows</dc:creator>
  <cp:lastModifiedBy>Пользователь Windows</cp:lastModifiedBy>
  <cp:revision>6</cp:revision>
  <dcterms:created xsi:type="dcterms:W3CDTF">2026-04-27T06:57:38Z</dcterms:created>
  <dcterms:modified xsi:type="dcterms:W3CDTF">2026-04-27T07:34:39Z</dcterms:modified>
</cp:coreProperties>
</file>